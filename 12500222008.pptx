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4"/>
  </p:notesMasterIdLst>
  <p:sldIdLst>
    <p:sldId id="294" r:id="rId2"/>
    <p:sldId id="318" r:id="rId3"/>
    <p:sldId id="296" r:id="rId4"/>
    <p:sldId id="313" r:id="rId5"/>
    <p:sldId id="315" r:id="rId6"/>
    <p:sldId id="316" r:id="rId7"/>
    <p:sldId id="317" r:id="rId8"/>
    <p:sldId id="319" r:id="rId9"/>
    <p:sldId id="322" r:id="rId10"/>
    <p:sldId id="323" r:id="rId11"/>
    <p:sldId id="324" r:id="rId12"/>
    <p:sldId id="321" r:id="rId13"/>
  </p:sldIdLst>
  <p:sldSz cx="9144000" cy="5143500" type="screen16x9"/>
  <p:notesSz cx="7315200" cy="96012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Nunito Light" pitchFamily="2" charset="0"/>
      <p:regular r:id="rId19"/>
      <p:italic r:id="rId20"/>
    </p:embeddedFont>
    <p:embeddedFont>
      <p:font typeface="Outfit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86CF1-AB49-4EED-9EFA-EB76FDD7BABB}" v="54" dt="2024-08-11T08:13:28.641"/>
  </p1510:revLst>
</p1510:revInfo>
</file>

<file path=ppt/tableStyles.xml><?xml version="1.0" encoding="utf-8"?>
<a:tblStyleLst xmlns:a="http://schemas.openxmlformats.org/drawingml/2006/main" def="{5D9E889E-D38D-4723-A7A7-DBBD658D2129}">
  <a:tblStyle styleId="{5D9E889E-D38D-4723-A7A7-DBBD658D21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4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475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u Pandey" userId="18a774fa1ec8c58d" providerId="LiveId" clId="{AA086CF1-AB49-4EED-9EFA-EB76FDD7BABB}"/>
    <pc:docChg chg="undo redo custSel addSld delSld modSld sldOrd">
      <pc:chgData name="Priyanshu Pandey" userId="18a774fa1ec8c58d" providerId="LiveId" clId="{AA086CF1-AB49-4EED-9EFA-EB76FDD7BABB}" dt="2024-08-11T08:14:35.553" v="2909" actId="1076"/>
      <pc:docMkLst>
        <pc:docMk/>
      </pc:docMkLst>
      <pc:sldChg chg="addSp delSp modSp mod">
        <pc:chgData name="Priyanshu Pandey" userId="18a774fa1ec8c58d" providerId="LiveId" clId="{AA086CF1-AB49-4EED-9EFA-EB76FDD7BABB}" dt="2024-08-11T07:25:41.309" v="2376" actId="20577"/>
        <pc:sldMkLst>
          <pc:docMk/>
          <pc:sldMk cId="744857221" sldId="294"/>
        </pc:sldMkLst>
        <pc:spChg chg="add del">
          <ac:chgData name="Priyanshu Pandey" userId="18a774fa1ec8c58d" providerId="LiveId" clId="{AA086CF1-AB49-4EED-9EFA-EB76FDD7BABB}" dt="2024-08-10T17:06:06.746" v="1" actId="22"/>
          <ac:spMkLst>
            <pc:docMk/>
            <pc:sldMk cId="744857221" sldId="294"/>
            <ac:spMk id="4" creationId="{DC72EA0A-DB01-69A1-C709-D1F4C23B96EE}"/>
          </ac:spMkLst>
        </pc:spChg>
        <pc:spChg chg="add mod">
          <ac:chgData name="Priyanshu Pandey" userId="18a774fa1ec8c58d" providerId="LiveId" clId="{AA086CF1-AB49-4EED-9EFA-EB76FDD7BABB}" dt="2024-08-11T07:25:41.309" v="2376" actId="20577"/>
          <ac:spMkLst>
            <pc:docMk/>
            <pc:sldMk cId="744857221" sldId="294"/>
            <ac:spMk id="7" creationId="{A3C1A663-AB60-482D-2C46-CA86E9641803}"/>
          </ac:spMkLst>
        </pc:spChg>
        <pc:spChg chg="mod">
          <ac:chgData name="Priyanshu Pandey" userId="18a774fa1ec8c58d" providerId="LiveId" clId="{AA086CF1-AB49-4EED-9EFA-EB76FDD7BABB}" dt="2024-08-10T17:09:45.156" v="126" actId="1076"/>
          <ac:spMkLst>
            <pc:docMk/>
            <pc:sldMk cId="744857221" sldId="294"/>
            <ac:spMk id="429" creationId="{00000000-0000-0000-0000-000000000000}"/>
          </ac:spMkLst>
        </pc:spChg>
        <pc:picChg chg="add mod">
          <ac:chgData name="Priyanshu Pandey" userId="18a774fa1ec8c58d" providerId="LiveId" clId="{AA086CF1-AB49-4EED-9EFA-EB76FDD7BABB}" dt="2024-08-10T17:09:47.833" v="127" actId="1076"/>
          <ac:picMkLst>
            <pc:docMk/>
            <pc:sldMk cId="744857221" sldId="294"/>
            <ac:picMk id="5" creationId="{806A5834-A448-D197-7081-31F8F19E7769}"/>
          </ac:picMkLst>
        </pc:picChg>
      </pc:sldChg>
      <pc:sldChg chg="modSp mod">
        <pc:chgData name="Priyanshu Pandey" userId="18a774fa1ec8c58d" providerId="LiveId" clId="{AA086CF1-AB49-4EED-9EFA-EB76FDD7BABB}" dt="2024-08-11T07:28:02.245" v="2445" actId="20577"/>
        <pc:sldMkLst>
          <pc:docMk/>
          <pc:sldMk cId="2783844803" sldId="296"/>
        </pc:sldMkLst>
        <pc:spChg chg="mod">
          <ac:chgData name="Priyanshu Pandey" userId="18a774fa1ec8c58d" providerId="LiveId" clId="{AA086CF1-AB49-4EED-9EFA-EB76FDD7BABB}" dt="2024-08-11T06:25:26.305" v="1678" actId="1076"/>
          <ac:spMkLst>
            <pc:docMk/>
            <pc:sldMk cId="2783844803" sldId="296"/>
            <ac:spMk id="462" creationId="{00000000-0000-0000-0000-000000000000}"/>
          </ac:spMkLst>
        </pc:spChg>
        <pc:spChg chg="mod">
          <ac:chgData name="Priyanshu Pandey" userId="18a774fa1ec8c58d" providerId="LiveId" clId="{AA086CF1-AB49-4EED-9EFA-EB76FDD7BABB}" dt="2024-08-11T07:28:02.245" v="2445" actId="20577"/>
          <ac:spMkLst>
            <pc:docMk/>
            <pc:sldMk cId="2783844803" sldId="296"/>
            <ac:spMk id="463" creationId="{00000000-0000-0000-0000-000000000000}"/>
          </ac:spMkLst>
        </pc:spChg>
      </pc:sldChg>
      <pc:sldChg chg="addSp delSp modSp mod">
        <pc:chgData name="Priyanshu Pandey" userId="18a774fa1ec8c58d" providerId="LiveId" clId="{AA086CF1-AB49-4EED-9EFA-EB76FDD7BABB}" dt="2024-08-11T08:11:21.835" v="2900" actId="14100"/>
        <pc:sldMkLst>
          <pc:docMk/>
          <pc:sldMk cId="3319441805" sldId="313"/>
        </pc:sldMkLst>
        <pc:spChg chg="mod">
          <ac:chgData name="Priyanshu Pandey" userId="18a774fa1ec8c58d" providerId="LiveId" clId="{AA086CF1-AB49-4EED-9EFA-EB76FDD7BABB}" dt="2024-08-11T08:11:05.781" v="2895" actId="1076"/>
          <ac:spMkLst>
            <pc:docMk/>
            <pc:sldMk cId="3319441805" sldId="313"/>
            <ac:spMk id="3" creationId="{09714155-C81A-20E9-8E70-818F523AC7D2}"/>
          </ac:spMkLst>
        </pc:spChg>
        <pc:spChg chg="mod">
          <ac:chgData name="Priyanshu Pandey" userId="18a774fa1ec8c58d" providerId="LiveId" clId="{AA086CF1-AB49-4EED-9EFA-EB76FDD7BABB}" dt="2024-08-11T07:28:43.111" v="2459" actId="1076"/>
          <ac:spMkLst>
            <pc:docMk/>
            <pc:sldMk cId="3319441805" sldId="313"/>
            <ac:spMk id="5" creationId="{7D5A335D-D307-B60B-4BB4-002956CB1AC0}"/>
          </ac:spMkLst>
        </pc:spChg>
        <pc:picChg chg="add del mod">
          <ac:chgData name="Priyanshu Pandey" userId="18a774fa1ec8c58d" providerId="LiveId" clId="{AA086CF1-AB49-4EED-9EFA-EB76FDD7BABB}" dt="2024-08-11T06:27:05.209" v="1730" actId="478"/>
          <ac:picMkLst>
            <pc:docMk/>
            <pc:sldMk cId="3319441805" sldId="313"/>
            <ac:picMk id="2" creationId="{DECFBD32-72EC-F467-5631-40B5E04A89B7}"/>
          </ac:picMkLst>
        </pc:picChg>
        <pc:picChg chg="del mod">
          <ac:chgData name="Priyanshu Pandey" userId="18a774fa1ec8c58d" providerId="LiveId" clId="{AA086CF1-AB49-4EED-9EFA-EB76FDD7BABB}" dt="2024-08-11T04:43:04.185" v="608" actId="478"/>
          <ac:picMkLst>
            <pc:docMk/>
            <pc:sldMk cId="3319441805" sldId="313"/>
            <ac:picMk id="1026" creationId="{36BAA272-1471-CBEB-2E83-D6965834B9B3}"/>
          </ac:picMkLst>
        </pc:picChg>
        <pc:picChg chg="add mod">
          <ac:chgData name="Priyanshu Pandey" userId="18a774fa1ec8c58d" providerId="LiveId" clId="{AA086CF1-AB49-4EED-9EFA-EB76FDD7BABB}" dt="2024-08-11T08:11:21.835" v="2900" actId="14100"/>
          <ac:picMkLst>
            <pc:docMk/>
            <pc:sldMk cId="3319441805" sldId="313"/>
            <ac:picMk id="1028" creationId="{70B9E04D-4B2F-BD5D-3D31-84963C4993ED}"/>
          </ac:picMkLst>
        </pc:picChg>
      </pc:sldChg>
      <pc:sldChg chg="addSp delSp modSp del mod">
        <pc:chgData name="Priyanshu Pandey" userId="18a774fa1ec8c58d" providerId="LiveId" clId="{AA086CF1-AB49-4EED-9EFA-EB76FDD7BABB}" dt="2024-08-11T06:45:19.230" v="2073" actId="47"/>
        <pc:sldMkLst>
          <pc:docMk/>
          <pc:sldMk cId="389547710" sldId="314"/>
        </pc:sldMkLst>
        <pc:spChg chg="mod">
          <ac:chgData name="Priyanshu Pandey" userId="18a774fa1ec8c58d" providerId="LiveId" clId="{AA086CF1-AB49-4EED-9EFA-EB76FDD7BABB}" dt="2024-08-11T04:55:11.248" v="930" actId="14100"/>
          <ac:spMkLst>
            <pc:docMk/>
            <pc:sldMk cId="389547710" sldId="314"/>
            <ac:spMk id="3" creationId="{CAC6A24F-FF32-F41F-567B-598912A6FDF2}"/>
          </ac:spMkLst>
        </pc:spChg>
        <pc:spChg chg="del mod">
          <ac:chgData name="Priyanshu Pandey" userId="18a774fa1ec8c58d" providerId="LiveId" clId="{AA086CF1-AB49-4EED-9EFA-EB76FDD7BABB}" dt="2024-08-11T06:29:57.578" v="1809"/>
          <ac:spMkLst>
            <pc:docMk/>
            <pc:sldMk cId="389547710" sldId="314"/>
            <ac:spMk id="5" creationId="{B8367351-D004-FB19-6700-82E1688B2D74}"/>
          </ac:spMkLst>
        </pc:spChg>
        <pc:picChg chg="del">
          <ac:chgData name="Priyanshu Pandey" userId="18a774fa1ec8c58d" providerId="LiveId" clId="{AA086CF1-AB49-4EED-9EFA-EB76FDD7BABB}" dt="2024-08-11T04:50:25.303" v="839" actId="478"/>
          <ac:picMkLst>
            <pc:docMk/>
            <pc:sldMk cId="389547710" sldId="314"/>
            <ac:picMk id="8" creationId="{0223064A-BB2C-213B-9A1A-045FB5F423C7}"/>
          </ac:picMkLst>
        </pc:picChg>
        <pc:picChg chg="add mod">
          <ac:chgData name="Priyanshu Pandey" userId="18a774fa1ec8c58d" providerId="LiveId" clId="{AA086CF1-AB49-4EED-9EFA-EB76FDD7BABB}" dt="2024-08-11T04:55:17.419" v="931" actId="1076"/>
          <ac:picMkLst>
            <pc:docMk/>
            <pc:sldMk cId="389547710" sldId="314"/>
            <ac:picMk id="2050" creationId="{C7256C1F-B618-D6A3-3601-A8DC7CF7043C}"/>
          </ac:picMkLst>
        </pc:picChg>
      </pc:sldChg>
      <pc:sldChg chg="addSp delSp modSp mod ord">
        <pc:chgData name="Priyanshu Pandey" userId="18a774fa1ec8c58d" providerId="LiveId" clId="{AA086CF1-AB49-4EED-9EFA-EB76FDD7BABB}" dt="2024-08-11T07:36:44.230" v="2553" actId="1076"/>
        <pc:sldMkLst>
          <pc:docMk/>
          <pc:sldMk cId="1742721062" sldId="315"/>
        </pc:sldMkLst>
        <pc:spChg chg="mod">
          <ac:chgData name="Priyanshu Pandey" userId="18a774fa1ec8c58d" providerId="LiveId" clId="{AA086CF1-AB49-4EED-9EFA-EB76FDD7BABB}" dt="2024-08-11T07:36:28.751" v="2552" actId="20577"/>
          <ac:spMkLst>
            <pc:docMk/>
            <pc:sldMk cId="1742721062" sldId="315"/>
            <ac:spMk id="3" creationId="{1A5EB2E7-EB10-248F-E507-22FD6048F413}"/>
          </ac:spMkLst>
        </pc:spChg>
        <pc:spChg chg="mod">
          <ac:chgData name="Priyanshu Pandey" userId="18a774fa1ec8c58d" providerId="LiveId" clId="{AA086CF1-AB49-4EED-9EFA-EB76FDD7BABB}" dt="2024-08-11T07:36:44.230" v="2553" actId="1076"/>
          <ac:spMkLst>
            <pc:docMk/>
            <pc:sldMk cId="1742721062" sldId="315"/>
            <ac:spMk id="7" creationId="{F2742AEA-8916-8197-1E4C-152E340175CB}"/>
          </ac:spMkLst>
        </pc:spChg>
        <pc:picChg chg="add del mod">
          <ac:chgData name="Priyanshu Pandey" userId="18a774fa1ec8c58d" providerId="LiveId" clId="{AA086CF1-AB49-4EED-9EFA-EB76FDD7BABB}" dt="2024-08-11T06:32:36.064" v="1895" actId="478"/>
          <ac:picMkLst>
            <pc:docMk/>
            <pc:sldMk cId="1742721062" sldId="315"/>
            <ac:picMk id="2" creationId="{C88889CD-E586-7EC1-169A-783D6550D640}"/>
          </ac:picMkLst>
        </pc:picChg>
        <pc:picChg chg="del">
          <ac:chgData name="Priyanshu Pandey" userId="18a774fa1ec8c58d" providerId="LiveId" clId="{AA086CF1-AB49-4EED-9EFA-EB76FDD7BABB}" dt="2024-08-11T04:59:09.584" v="1006" actId="478"/>
          <ac:picMkLst>
            <pc:docMk/>
            <pc:sldMk cId="1742721062" sldId="315"/>
            <ac:picMk id="3074" creationId="{F240786A-5258-144A-FEEC-EF49F3A73431}"/>
          </ac:picMkLst>
        </pc:picChg>
        <pc:picChg chg="del">
          <ac:chgData name="Priyanshu Pandey" userId="18a774fa1ec8c58d" providerId="LiveId" clId="{AA086CF1-AB49-4EED-9EFA-EB76FDD7BABB}" dt="2024-08-11T04:59:13.526" v="1007" actId="478"/>
          <ac:picMkLst>
            <pc:docMk/>
            <pc:sldMk cId="1742721062" sldId="315"/>
            <ac:picMk id="3076" creationId="{0CB0F8B2-5E43-DBFD-B1CD-C58CDFB062A2}"/>
          </ac:picMkLst>
        </pc:picChg>
      </pc:sldChg>
      <pc:sldChg chg="addSp delSp modSp mod ord">
        <pc:chgData name="Priyanshu Pandey" userId="18a774fa1ec8c58d" providerId="LiveId" clId="{AA086CF1-AB49-4EED-9EFA-EB76FDD7BABB}" dt="2024-08-11T08:14:35.553" v="2909" actId="1076"/>
        <pc:sldMkLst>
          <pc:docMk/>
          <pc:sldMk cId="440661891" sldId="316"/>
        </pc:sldMkLst>
        <pc:spChg chg="del mod">
          <ac:chgData name="Priyanshu Pandey" userId="18a774fa1ec8c58d" providerId="LiveId" clId="{AA086CF1-AB49-4EED-9EFA-EB76FDD7BABB}" dt="2024-08-11T06:34:51.082" v="1934"/>
          <ac:spMkLst>
            <pc:docMk/>
            <pc:sldMk cId="440661891" sldId="316"/>
            <ac:spMk id="3" creationId="{6B572E17-7155-D9A7-7E91-6BE780B8B0C0}"/>
          </ac:spMkLst>
        </pc:spChg>
        <pc:spChg chg="add del">
          <ac:chgData name="Priyanshu Pandey" userId="18a774fa1ec8c58d" providerId="LiveId" clId="{AA086CF1-AB49-4EED-9EFA-EB76FDD7BABB}" dt="2024-08-11T06:35:32.203" v="1947" actId="22"/>
          <ac:spMkLst>
            <pc:docMk/>
            <pc:sldMk cId="440661891" sldId="316"/>
            <ac:spMk id="4" creationId="{0016583A-0D26-D97D-38C8-B14DF6C45AFC}"/>
          </ac:spMkLst>
        </pc:spChg>
        <pc:spChg chg="add del mod">
          <ac:chgData name="Priyanshu Pandey" userId="18a774fa1ec8c58d" providerId="LiveId" clId="{AA086CF1-AB49-4EED-9EFA-EB76FDD7BABB}" dt="2024-08-11T08:14:35.553" v="2909" actId="1076"/>
          <ac:spMkLst>
            <pc:docMk/>
            <pc:sldMk cId="440661891" sldId="316"/>
            <ac:spMk id="5" creationId="{CEB9A503-7902-F4E5-DB2D-FBFD88EE534F}"/>
          </ac:spMkLst>
        </pc:spChg>
        <pc:spChg chg="add del">
          <ac:chgData name="Priyanshu Pandey" userId="18a774fa1ec8c58d" providerId="LiveId" clId="{AA086CF1-AB49-4EED-9EFA-EB76FDD7BABB}" dt="2024-08-11T06:35:45.902" v="1949" actId="22"/>
          <ac:spMkLst>
            <pc:docMk/>
            <pc:sldMk cId="440661891" sldId="316"/>
            <ac:spMk id="7" creationId="{418F801F-C68C-30B3-B688-7A709599A513}"/>
          </ac:spMkLst>
        </pc:spChg>
        <pc:spChg chg="add del">
          <ac:chgData name="Priyanshu Pandey" userId="18a774fa1ec8c58d" providerId="LiveId" clId="{AA086CF1-AB49-4EED-9EFA-EB76FDD7BABB}" dt="2024-08-11T06:35:58.881" v="1953" actId="22"/>
          <ac:spMkLst>
            <pc:docMk/>
            <pc:sldMk cId="440661891" sldId="316"/>
            <ac:spMk id="9" creationId="{2212E037-379B-9867-60A9-18B25A0A7BBF}"/>
          </ac:spMkLst>
        </pc:spChg>
        <pc:spChg chg="add del">
          <ac:chgData name="Priyanshu Pandey" userId="18a774fa1ec8c58d" providerId="LiveId" clId="{AA086CF1-AB49-4EED-9EFA-EB76FDD7BABB}" dt="2024-08-11T06:36:02.333" v="1955" actId="22"/>
          <ac:spMkLst>
            <pc:docMk/>
            <pc:sldMk cId="440661891" sldId="316"/>
            <ac:spMk id="11" creationId="{01A8ABF7-2999-522B-77DD-58C8AFE005B1}"/>
          </ac:spMkLst>
        </pc:spChg>
        <pc:spChg chg="add mod">
          <ac:chgData name="Priyanshu Pandey" userId="18a774fa1ec8c58d" providerId="LiveId" clId="{AA086CF1-AB49-4EED-9EFA-EB76FDD7BABB}" dt="2024-08-11T07:45:03.918" v="2585" actId="12"/>
          <ac:spMkLst>
            <pc:docMk/>
            <pc:sldMk cId="440661891" sldId="316"/>
            <ac:spMk id="13" creationId="{CE994F58-15EB-E8F3-FEC1-FFC3E4BE7AB2}"/>
          </ac:spMkLst>
        </pc:spChg>
        <pc:picChg chg="add del mod">
          <ac:chgData name="Priyanshu Pandey" userId="18a774fa1ec8c58d" providerId="LiveId" clId="{AA086CF1-AB49-4EED-9EFA-EB76FDD7BABB}" dt="2024-08-11T06:35:50.294" v="1951" actId="478"/>
          <ac:picMkLst>
            <pc:docMk/>
            <pc:sldMk cId="440661891" sldId="316"/>
            <ac:picMk id="4098" creationId="{CEC92428-0342-0D3C-8FAF-83ABE6883ED1}"/>
          </ac:picMkLst>
        </pc:picChg>
      </pc:sldChg>
      <pc:sldChg chg="addSp delSp modSp mod ord">
        <pc:chgData name="Priyanshu Pandey" userId="18a774fa1ec8c58d" providerId="LiveId" clId="{AA086CF1-AB49-4EED-9EFA-EB76FDD7BABB}" dt="2024-08-11T07:51:30.228" v="2656" actId="1076"/>
        <pc:sldMkLst>
          <pc:docMk/>
          <pc:sldMk cId="70376373" sldId="317"/>
        </pc:sldMkLst>
        <pc:spChg chg="del mod">
          <ac:chgData name="Priyanshu Pandey" userId="18a774fa1ec8c58d" providerId="LiveId" clId="{AA086CF1-AB49-4EED-9EFA-EB76FDD7BABB}" dt="2024-08-11T07:46:52.977" v="2615"/>
          <ac:spMkLst>
            <pc:docMk/>
            <pc:sldMk cId="70376373" sldId="317"/>
            <ac:spMk id="3" creationId="{66F290BF-49EB-D722-CA5B-7E5D09A95AED}"/>
          </ac:spMkLst>
        </pc:spChg>
        <pc:spChg chg="mod">
          <ac:chgData name="Priyanshu Pandey" userId="18a774fa1ec8c58d" providerId="LiveId" clId="{AA086CF1-AB49-4EED-9EFA-EB76FDD7BABB}" dt="2024-08-11T07:48:40.015" v="2649" actId="1036"/>
          <ac:spMkLst>
            <pc:docMk/>
            <pc:sldMk cId="70376373" sldId="317"/>
            <ac:spMk id="5" creationId="{F2AEA1FC-F1DC-8AE6-5275-68AE44AA48FD}"/>
          </ac:spMkLst>
        </pc:spChg>
        <pc:spChg chg="add del">
          <ac:chgData name="Priyanshu Pandey" userId="18a774fa1ec8c58d" providerId="LiveId" clId="{AA086CF1-AB49-4EED-9EFA-EB76FDD7BABB}" dt="2024-08-11T06:39:59.099" v="2027" actId="22"/>
          <ac:spMkLst>
            <pc:docMk/>
            <pc:sldMk cId="70376373" sldId="317"/>
            <ac:spMk id="6" creationId="{B3C3C9C7-4E71-20EA-7EDF-5FB44BC2C07F}"/>
          </ac:spMkLst>
        </pc:spChg>
        <pc:spChg chg="add del mod">
          <ac:chgData name="Priyanshu Pandey" userId="18a774fa1ec8c58d" providerId="LiveId" clId="{AA086CF1-AB49-4EED-9EFA-EB76FDD7BABB}" dt="2024-08-11T07:47:04.867" v="2623"/>
          <ac:spMkLst>
            <pc:docMk/>
            <pc:sldMk cId="70376373" sldId="317"/>
            <ac:spMk id="10" creationId="{3C671192-7273-9454-A3BE-39EE460CBFFB}"/>
          </ac:spMkLst>
        </pc:spChg>
        <pc:spChg chg="add del mod">
          <ac:chgData name="Priyanshu Pandey" userId="18a774fa1ec8c58d" providerId="LiveId" clId="{AA086CF1-AB49-4EED-9EFA-EB76FDD7BABB}" dt="2024-08-11T07:46:52.977" v="2617"/>
          <ac:spMkLst>
            <pc:docMk/>
            <pc:sldMk cId="70376373" sldId="317"/>
            <ac:spMk id="12" creationId="{017C1C5B-9962-0B5F-EBFE-7D21813DCFC4}"/>
          </ac:spMkLst>
        </pc:spChg>
        <pc:spChg chg="add del mod">
          <ac:chgData name="Priyanshu Pandey" userId="18a774fa1ec8c58d" providerId="LiveId" clId="{AA086CF1-AB49-4EED-9EFA-EB76FDD7BABB}" dt="2024-08-11T07:47:35.857" v="2627" actId="22"/>
          <ac:spMkLst>
            <pc:docMk/>
            <pc:sldMk cId="70376373" sldId="317"/>
            <ac:spMk id="14" creationId="{5C1A6599-1D60-EDB6-9862-A25182656502}"/>
          </ac:spMkLst>
        </pc:spChg>
        <pc:spChg chg="add del">
          <ac:chgData name="Priyanshu Pandey" userId="18a774fa1ec8c58d" providerId="LiveId" clId="{AA086CF1-AB49-4EED-9EFA-EB76FDD7BABB}" dt="2024-08-11T07:47:53.224" v="2641" actId="22"/>
          <ac:spMkLst>
            <pc:docMk/>
            <pc:sldMk cId="70376373" sldId="317"/>
            <ac:spMk id="16" creationId="{EEAF1D10-6C5C-1C75-6D20-A369B1DBACF3}"/>
          </ac:spMkLst>
        </pc:spChg>
        <pc:picChg chg="add del mod">
          <ac:chgData name="Priyanshu Pandey" userId="18a774fa1ec8c58d" providerId="LiveId" clId="{AA086CF1-AB49-4EED-9EFA-EB76FDD7BABB}" dt="2024-08-11T06:39:17.469" v="2019" actId="478"/>
          <ac:picMkLst>
            <pc:docMk/>
            <pc:sldMk cId="70376373" sldId="317"/>
            <ac:picMk id="2" creationId="{B664E4E4-BE0E-590F-FFAF-A1E688761F31}"/>
          </ac:picMkLst>
        </pc:picChg>
        <pc:picChg chg="add del mod">
          <ac:chgData name="Priyanshu Pandey" userId="18a774fa1ec8c58d" providerId="LiveId" clId="{AA086CF1-AB49-4EED-9EFA-EB76FDD7BABB}" dt="2024-08-11T06:41:16.411" v="2035" actId="22"/>
          <ac:picMkLst>
            <pc:docMk/>
            <pc:sldMk cId="70376373" sldId="317"/>
            <ac:picMk id="8" creationId="{D14AECEE-0B89-19A7-7087-81B9E27FC51D}"/>
          </ac:picMkLst>
        </pc:picChg>
        <pc:picChg chg="add mod">
          <ac:chgData name="Priyanshu Pandey" userId="18a774fa1ec8c58d" providerId="LiveId" clId="{AA086CF1-AB49-4EED-9EFA-EB76FDD7BABB}" dt="2024-08-11T07:51:30.228" v="2656" actId="1076"/>
          <ac:picMkLst>
            <pc:docMk/>
            <pc:sldMk cId="70376373" sldId="317"/>
            <ac:picMk id="18" creationId="{0E1CFBAC-DB13-8226-C339-CF7D6C2AE820}"/>
          </ac:picMkLst>
        </pc:picChg>
        <pc:picChg chg="del">
          <ac:chgData name="Priyanshu Pandey" userId="18a774fa1ec8c58d" providerId="LiveId" clId="{AA086CF1-AB49-4EED-9EFA-EB76FDD7BABB}" dt="2024-08-11T05:11:20.485" v="1203" actId="478"/>
          <ac:picMkLst>
            <pc:docMk/>
            <pc:sldMk cId="70376373" sldId="317"/>
            <ac:picMk id="5122" creationId="{B78ADC3D-ACE9-3D32-59C5-5145CC8501FF}"/>
          </ac:picMkLst>
        </pc:picChg>
      </pc:sldChg>
      <pc:sldChg chg="modSp mod">
        <pc:chgData name="Priyanshu Pandey" userId="18a774fa1ec8c58d" providerId="LiveId" clId="{AA086CF1-AB49-4EED-9EFA-EB76FDD7BABB}" dt="2024-08-11T07:26:17.610" v="2412" actId="20577"/>
        <pc:sldMkLst>
          <pc:docMk/>
          <pc:sldMk cId="2742063982" sldId="318"/>
        </pc:sldMkLst>
        <pc:spChg chg="mod">
          <ac:chgData name="Priyanshu Pandey" userId="18a774fa1ec8c58d" providerId="LiveId" clId="{AA086CF1-AB49-4EED-9EFA-EB76FDD7BABB}" dt="2024-08-11T07:26:17.610" v="2412" actId="20577"/>
          <ac:spMkLst>
            <pc:docMk/>
            <pc:sldMk cId="2742063982" sldId="318"/>
            <ac:spMk id="429" creationId="{00000000-0000-0000-0000-000000000000}"/>
          </ac:spMkLst>
        </pc:spChg>
      </pc:sldChg>
      <pc:sldChg chg="addSp delSp modSp new mod">
        <pc:chgData name="Priyanshu Pandey" userId="18a774fa1ec8c58d" providerId="LiveId" clId="{AA086CF1-AB49-4EED-9EFA-EB76FDD7BABB}" dt="2024-08-11T08:13:05.881" v="2901" actId="1076"/>
        <pc:sldMkLst>
          <pc:docMk/>
          <pc:sldMk cId="2793533434" sldId="319"/>
        </pc:sldMkLst>
        <pc:spChg chg="add mod">
          <ac:chgData name="Priyanshu Pandey" userId="18a774fa1ec8c58d" providerId="LiveId" clId="{AA086CF1-AB49-4EED-9EFA-EB76FDD7BABB}" dt="2024-08-11T07:52:20.597" v="2693" actId="1076"/>
          <ac:spMkLst>
            <pc:docMk/>
            <pc:sldMk cId="2793533434" sldId="319"/>
            <ac:spMk id="3" creationId="{BC447B84-6B8D-A069-2FAB-9D7B6FC033E3}"/>
          </ac:spMkLst>
        </pc:spChg>
        <pc:spChg chg="add del">
          <ac:chgData name="Priyanshu Pandey" userId="18a774fa1ec8c58d" providerId="LiveId" clId="{AA086CF1-AB49-4EED-9EFA-EB76FDD7BABB}" dt="2024-08-11T05:20:37.192" v="1263" actId="22"/>
          <ac:spMkLst>
            <pc:docMk/>
            <pc:sldMk cId="2793533434" sldId="319"/>
            <ac:spMk id="5" creationId="{62E75E8A-6038-CDB0-7628-F16F5F7576EC}"/>
          </ac:spMkLst>
        </pc:spChg>
        <pc:spChg chg="add del mod">
          <ac:chgData name="Priyanshu Pandey" userId="18a774fa1ec8c58d" providerId="LiveId" clId="{AA086CF1-AB49-4EED-9EFA-EB76FDD7BABB}" dt="2024-08-11T07:52:50.685" v="2698"/>
          <ac:spMkLst>
            <pc:docMk/>
            <pc:sldMk cId="2793533434" sldId="319"/>
            <ac:spMk id="7" creationId="{B480048B-EB48-94D8-F8D5-CB21190B1FC3}"/>
          </ac:spMkLst>
        </pc:spChg>
        <pc:spChg chg="add del mod">
          <ac:chgData name="Priyanshu Pandey" userId="18a774fa1ec8c58d" providerId="LiveId" clId="{AA086CF1-AB49-4EED-9EFA-EB76FDD7BABB}" dt="2024-08-11T07:52:50.690" v="2702"/>
          <ac:spMkLst>
            <pc:docMk/>
            <pc:sldMk cId="2793533434" sldId="319"/>
            <ac:spMk id="9" creationId="{A2164E4F-240F-7F8E-E804-429D1F84EA31}"/>
          </ac:spMkLst>
        </pc:spChg>
        <pc:spChg chg="add del mod">
          <ac:chgData name="Priyanshu Pandey" userId="18a774fa1ec8c58d" providerId="LiveId" clId="{AA086CF1-AB49-4EED-9EFA-EB76FDD7BABB}" dt="2024-08-11T07:52:50.689" v="2700"/>
          <ac:spMkLst>
            <pc:docMk/>
            <pc:sldMk cId="2793533434" sldId="319"/>
            <ac:spMk id="11" creationId="{994704D2-BD90-BCD6-5F1D-194715B0C2DC}"/>
          </ac:spMkLst>
        </pc:spChg>
        <pc:spChg chg="add mod">
          <ac:chgData name="Priyanshu Pandey" userId="18a774fa1ec8c58d" providerId="LiveId" clId="{AA086CF1-AB49-4EED-9EFA-EB76FDD7BABB}" dt="2024-08-11T08:13:05.881" v="2901" actId="1076"/>
          <ac:spMkLst>
            <pc:docMk/>
            <pc:sldMk cId="2793533434" sldId="319"/>
            <ac:spMk id="13" creationId="{8E000573-BBA8-7C6D-B92A-F74AABCC3C1F}"/>
          </ac:spMkLst>
        </pc:spChg>
      </pc:sldChg>
      <pc:sldChg chg="addSp modSp new del mod ord">
        <pc:chgData name="Priyanshu Pandey" userId="18a774fa1ec8c58d" providerId="LiveId" clId="{AA086CF1-AB49-4EED-9EFA-EB76FDD7BABB}" dt="2024-08-11T06:54:03.553" v="2247" actId="47"/>
        <pc:sldMkLst>
          <pc:docMk/>
          <pc:sldMk cId="64460621" sldId="320"/>
        </pc:sldMkLst>
        <pc:spChg chg="add mod">
          <ac:chgData name="Priyanshu Pandey" userId="18a774fa1ec8c58d" providerId="LiveId" clId="{AA086CF1-AB49-4EED-9EFA-EB76FDD7BABB}" dt="2024-08-11T05:33:13.216" v="1349" actId="1076"/>
          <ac:spMkLst>
            <pc:docMk/>
            <pc:sldMk cId="64460621" sldId="320"/>
            <ac:spMk id="3" creationId="{A752B67E-133C-52AA-6E0C-0C3D6C71C114}"/>
          </ac:spMkLst>
        </pc:spChg>
        <pc:spChg chg="add mod">
          <ac:chgData name="Priyanshu Pandey" userId="18a774fa1ec8c58d" providerId="LiveId" clId="{AA086CF1-AB49-4EED-9EFA-EB76FDD7BABB}" dt="2024-08-11T05:39:43.689" v="1478" actId="1076"/>
          <ac:spMkLst>
            <pc:docMk/>
            <pc:sldMk cId="64460621" sldId="320"/>
            <ac:spMk id="5" creationId="{FE2ADC84-F5DC-FED0-44BC-38F75BB796EE}"/>
          </ac:spMkLst>
        </pc:spChg>
        <pc:spChg chg="add mod">
          <ac:chgData name="Priyanshu Pandey" userId="18a774fa1ec8c58d" providerId="LiveId" clId="{AA086CF1-AB49-4EED-9EFA-EB76FDD7BABB}" dt="2024-08-11T05:44:00.684" v="1532" actId="20577"/>
          <ac:spMkLst>
            <pc:docMk/>
            <pc:sldMk cId="64460621" sldId="320"/>
            <ac:spMk id="7" creationId="{AB025CF8-0EE6-B37D-D868-C01082FE6A9A}"/>
          </ac:spMkLst>
        </pc:spChg>
      </pc:sldChg>
      <pc:sldChg chg="addSp modSp new mod">
        <pc:chgData name="Priyanshu Pandey" userId="18a774fa1ec8c58d" providerId="LiveId" clId="{AA086CF1-AB49-4EED-9EFA-EB76FDD7BABB}" dt="2024-08-11T08:08:47.869" v="2894" actId="14100"/>
        <pc:sldMkLst>
          <pc:docMk/>
          <pc:sldMk cId="3112955328" sldId="321"/>
        </pc:sldMkLst>
        <pc:spChg chg="add mod">
          <ac:chgData name="Priyanshu Pandey" userId="18a774fa1ec8c58d" providerId="LiveId" clId="{AA086CF1-AB49-4EED-9EFA-EB76FDD7BABB}" dt="2024-08-11T08:08:47.869" v="2894" actId="14100"/>
          <ac:spMkLst>
            <pc:docMk/>
            <pc:sldMk cId="3112955328" sldId="321"/>
            <ac:spMk id="3" creationId="{FDEFBC2C-2C9C-8D10-669D-518A97C2C285}"/>
          </ac:spMkLst>
        </pc:spChg>
        <pc:spChg chg="add mod">
          <ac:chgData name="Priyanshu Pandey" userId="18a774fa1ec8c58d" providerId="LiveId" clId="{AA086CF1-AB49-4EED-9EFA-EB76FDD7BABB}" dt="2024-08-11T05:49:05.780" v="1620" actId="207"/>
          <ac:spMkLst>
            <pc:docMk/>
            <pc:sldMk cId="3112955328" sldId="321"/>
            <ac:spMk id="5" creationId="{ED21DE8A-6D2E-7AFB-D972-3AC8CAE7B613}"/>
          </ac:spMkLst>
        </pc:spChg>
      </pc:sldChg>
      <pc:sldChg chg="addSp modSp new mod">
        <pc:chgData name="Priyanshu Pandey" userId="18a774fa1ec8c58d" providerId="LiveId" clId="{AA086CF1-AB49-4EED-9EFA-EB76FDD7BABB}" dt="2024-08-11T07:58:34.851" v="2742" actId="1076"/>
        <pc:sldMkLst>
          <pc:docMk/>
          <pc:sldMk cId="981564723" sldId="322"/>
        </pc:sldMkLst>
        <pc:spChg chg="add mod">
          <ac:chgData name="Priyanshu Pandey" userId="18a774fa1ec8c58d" providerId="LiveId" clId="{AA086CF1-AB49-4EED-9EFA-EB76FDD7BABB}" dt="2024-08-11T07:58:34.851" v="2742" actId="1076"/>
          <ac:spMkLst>
            <pc:docMk/>
            <pc:sldMk cId="981564723" sldId="322"/>
            <ac:spMk id="3" creationId="{EEA59335-E3FB-4D99-FE7A-F801A7ED8B9E}"/>
          </ac:spMkLst>
        </pc:spChg>
        <pc:spChg chg="add mod">
          <ac:chgData name="Priyanshu Pandey" userId="18a774fa1ec8c58d" providerId="LiveId" clId="{AA086CF1-AB49-4EED-9EFA-EB76FDD7BABB}" dt="2024-08-11T07:57:44.518" v="2740" actId="12"/>
          <ac:spMkLst>
            <pc:docMk/>
            <pc:sldMk cId="981564723" sldId="322"/>
            <ac:spMk id="5" creationId="{F128F744-E803-B5D4-05D6-4AEF041A4D24}"/>
          </ac:spMkLst>
        </pc:spChg>
      </pc:sldChg>
      <pc:sldChg chg="addSp delSp modSp new mod">
        <pc:chgData name="Priyanshu Pandey" userId="18a774fa1ec8c58d" providerId="LiveId" clId="{AA086CF1-AB49-4EED-9EFA-EB76FDD7BABB}" dt="2024-08-11T08:13:28.640" v="2908" actId="1076"/>
        <pc:sldMkLst>
          <pc:docMk/>
          <pc:sldMk cId="3836996569" sldId="323"/>
        </pc:sldMkLst>
        <pc:spChg chg="add mod">
          <ac:chgData name="Priyanshu Pandey" userId="18a774fa1ec8c58d" providerId="LiveId" clId="{AA086CF1-AB49-4EED-9EFA-EB76FDD7BABB}" dt="2024-08-11T08:01:54.787" v="2801" actId="1076"/>
          <ac:spMkLst>
            <pc:docMk/>
            <pc:sldMk cId="3836996569" sldId="323"/>
            <ac:spMk id="3" creationId="{CC756784-26A0-17C7-8E7D-0E4AA37723F5}"/>
          </ac:spMkLst>
        </pc:spChg>
        <pc:spChg chg="add del">
          <ac:chgData name="Priyanshu Pandey" userId="18a774fa1ec8c58d" providerId="LiveId" clId="{AA086CF1-AB49-4EED-9EFA-EB76FDD7BABB}" dt="2024-08-11T08:00:06.673" v="2766" actId="22"/>
          <ac:spMkLst>
            <pc:docMk/>
            <pc:sldMk cId="3836996569" sldId="323"/>
            <ac:spMk id="5" creationId="{E577B55F-EF8D-FDC5-A781-E0FF044C679E}"/>
          </ac:spMkLst>
        </pc:spChg>
        <pc:spChg chg="add del mod">
          <ac:chgData name="Priyanshu Pandey" userId="18a774fa1ec8c58d" providerId="LiveId" clId="{AA086CF1-AB49-4EED-9EFA-EB76FDD7BABB}" dt="2024-08-11T08:01:47.907" v="2800" actId="12"/>
          <ac:spMkLst>
            <pc:docMk/>
            <pc:sldMk cId="3836996569" sldId="323"/>
            <ac:spMk id="9" creationId="{1E6E1AD9-A01B-8379-7B89-185F1FE89CF0}"/>
          </ac:spMkLst>
        </pc:spChg>
        <pc:picChg chg="add del mod">
          <ac:chgData name="Priyanshu Pandey" userId="18a774fa1ec8c58d" providerId="LiveId" clId="{AA086CF1-AB49-4EED-9EFA-EB76FDD7BABB}" dt="2024-08-11T08:00:59.519" v="2782" actId="22"/>
          <ac:picMkLst>
            <pc:docMk/>
            <pc:sldMk cId="3836996569" sldId="323"/>
            <ac:picMk id="7" creationId="{5E08E9D4-709B-F9FE-276C-FDABDD434CA5}"/>
          </ac:picMkLst>
        </pc:picChg>
        <pc:picChg chg="add mod">
          <ac:chgData name="Priyanshu Pandey" userId="18a774fa1ec8c58d" providerId="LiveId" clId="{AA086CF1-AB49-4EED-9EFA-EB76FDD7BABB}" dt="2024-08-11T08:13:28.640" v="2908" actId="1076"/>
          <ac:picMkLst>
            <pc:docMk/>
            <pc:sldMk cId="3836996569" sldId="323"/>
            <ac:picMk id="6146" creationId="{C2E752D5-5868-B975-669C-8EB906C1520C}"/>
          </ac:picMkLst>
        </pc:picChg>
      </pc:sldChg>
      <pc:sldChg chg="addSp modSp new mod">
        <pc:chgData name="Priyanshu Pandey" userId="18a774fa1ec8c58d" providerId="LiveId" clId="{AA086CF1-AB49-4EED-9EFA-EB76FDD7BABB}" dt="2024-08-11T08:05:44.955" v="2834" actId="1076"/>
        <pc:sldMkLst>
          <pc:docMk/>
          <pc:sldMk cId="1775529848" sldId="324"/>
        </pc:sldMkLst>
        <pc:spChg chg="add mod">
          <ac:chgData name="Priyanshu Pandey" userId="18a774fa1ec8c58d" providerId="LiveId" clId="{AA086CF1-AB49-4EED-9EFA-EB76FDD7BABB}" dt="2024-08-11T08:05:38.810" v="2833" actId="1076"/>
          <ac:spMkLst>
            <pc:docMk/>
            <pc:sldMk cId="1775529848" sldId="324"/>
            <ac:spMk id="3" creationId="{A13F95E6-A30B-66E1-D998-BEC3399AFED5}"/>
          </ac:spMkLst>
        </pc:spChg>
        <pc:spChg chg="add mod">
          <ac:chgData name="Priyanshu Pandey" userId="18a774fa1ec8c58d" providerId="LiveId" clId="{AA086CF1-AB49-4EED-9EFA-EB76FDD7BABB}" dt="2024-08-11T08:05:44.955" v="2834" actId="1076"/>
          <ac:spMkLst>
            <pc:docMk/>
            <pc:sldMk cId="1775529848" sldId="324"/>
            <ac:spMk id="5" creationId="{87561DB7-51BC-F134-AF69-D3FE344D368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96645" rIns="96645" bIns="9664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30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0001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30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2021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54dda1946d_6_32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690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26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8" r:id="rId3"/>
    <p:sldLayoutId id="2147483677" r:id="rId4"/>
    <p:sldLayoutId id="2147483678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/>
          <p:cNvSpPr txBox="1">
            <a:spLocks noGrp="1"/>
          </p:cNvSpPr>
          <p:nvPr>
            <p:ph type="title"/>
          </p:nvPr>
        </p:nvSpPr>
        <p:spPr>
          <a:xfrm>
            <a:off x="-15573" y="318466"/>
            <a:ext cx="5104879" cy="7527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spc="-75" dirty="0"/>
              <a:t>BENGAL</a:t>
            </a:r>
            <a:r>
              <a:rPr lang="en-US" sz="1800" b="1" spc="8" dirty="0"/>
              <a:t>  </a:t>
            </a:r>
            <a:r>
              <a:rPr lang="en-US" sz="1800" b="1" spc="-101" dirty="0"/>
              <a:t>COLLEGE</a:t>
            </a:r>
            <a:r>
              <a:rPr lang="en-US" sz="1800" b="1" dirty="0"/>
              <a:t>  </a:t>
            </a:r>
            <a:r>
              <a:rPr lang="en-US" sz="1800" b="1" spc="-109" dirty="0"/>
              <a:t>OF  </a:t>
            </a:r>
            <a:r>
              <a:rPr lang="en-US" sz="1800" b="1" spc="-96" dirty="0"/>
              <a:t>ENGINEERING</a:t>
            </a:r>
            <a:r>
              <a:rPr lang="en-US" sz="1800" b="1" spc="-8" dirty="0"/>
              <a:t>  </a:t>
            </a:r>
            <a:r>
              <a:rPr lang="en-US" sz="1800" b="1" spc="-148" dirty="0"/>
              <a:t>AND </a:t>
            </a:r>
            <a:r>
              <a:rPr lang="en-US" sz="1800" b="1" spc="-512" dirty="0"/>
              <a:t> </a:t>
            </a:r>
            <a:r>
              <a:rPr lang="en-US" sz="1800" b="1" spc="-119" dirty="0"/>
              <a:t>TECHNOLOGY , DURGAPUR</a:t>
            </a:r>
            <a:endParaRPr sz="1800" dirty="0"/>
          </a:p>
        </p:txBody>
      </p:sp>
      <p:grpSp>
        <p:nvGrpSpPr>
          <p:cNvPr id="432" name="Google Shape;432;p40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33" name="Google Shape;433;p40"/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/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/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/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/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/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/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/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/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/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/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/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/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object 4">
            <a:extLst>
              <a:ext uri="{FF2B5EF4-FFF2-40B4-BE49-F238E27FC236}">
                <a16:creationId xmlns:a16="http://schemas.microsoft.com/office/drawing/2014/main" id="{806A5834-A448-D197-7081-31F8F19E776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3122" y="257508"/>
            <a:ext cx="1305304" cy="12340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C1A663-AB60-482D-2C46-CA86E9641803}"/>
              </a:ext>
            </a:extLst>
          </p:cNvPr>
          <p:cNvSpPr txBox="1"/>
          <p:nvPr/>
        </p:nvSpPr>
        <p:spPr>
          <a:xfrm>
            <a:off x="-15573" y="1687514"/>
            <a:ext cx="4694662" cy="2264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5293" indent="-149028">
              <a:spcBef>
                <a:spcPts val="574"/>
              </a:spcBef>
              <a:buChar char="•"/>
              <a:tabLst>
                <a:tab pos="155622" algn="l"/>
              </a:tabLst>
            </a:pPr>
            <a:r>
              <a:rPr lang="en-IN" sz="14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NAME</a:t>
            </a:r>
            <a:r>
              <a:rPr lang="en-IN" sz="1400" spc="-1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lang="en-IN" sz="14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:</a:t>
            </a:r>
            <a:r>
              <a:rPr lang="en-IN" sz="1400" spc="-6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lang="en-IN" sz="1400" spc="-16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PRIYANSHU</a:t>
            </a:r>
            <a:r>
              <a:rPr lang="en-IN" sz="1400" spc="-6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lang="en-IN" sz="1400" spc="-21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PANDEY</a:t>
            </a:r>
            <a:endParaRPr lang="en-IN" sz="1400" dirty="0">
              <a:solidFill>
                <a:schemeClr val="tx2">
                  <a:lumMod val="50000"/>
                </a:schemeClr>
              </a:solidFill>
              <a:latin typeface="Arial MT"/>
              <a:cs typeface="Arial MT"/>
            </a:endParaRPr>
          </a:p>
          <a:p>
            <a:pPr marL="155293" indent="-149028">
              <a:spcBef>
                <a:spcPts val="525"/>
              </a:spcBef>
              <a:buChar char="•"/>
              <a:tabLst>
                <a:tab pos="155622" algn="l"/>
              </a:tabLst>
            </a:pPr>
            <a:r>
              <a:rPr lang="en-IN" sz="14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UNIVERSITY</a:t>
            </a:r>
            <a:r>
              <a:rPr lang="en-IN" sz="1400" spc="-44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lang="en-IN" sz="14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ROLL</a:t>
            </a:r>
            <a:r>
              <a:rPr lang="en-IN" sz="1400" spc="-75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lang="en-IN" sz="14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NO</a:t>
            </a:r>
            <a:r>
              <a:rPr lang="en-IN" sz="1400" spc="-8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lang="en-IN" sz="14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:</a:t>
            </a:r>
            <a:r>
              <a:rPr lang="en-IN" sz="1400" spc="-6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lang="en-IN" sz="14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-</a:t>
            </a:r>
            <a:r>
              <a:rPr lang="en-IN" sz="1400" spc="-1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lang="en-IN" sz="1400" spc="-6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12500222008</a:t>
            </a:r>
            <a:endParaRPr lang="en-IN" sz="1400" dirty="0">
              <a:solidFill>
                <a:schemeClr val="tx2">
                  <a:lumMod val="50000"/>
                </a:schemeClr>
              </a:solidFill>
              <a:latin typeface="Arial MT"/>
              <a:cs typeface="Arial MT"/>
            </a:endParaRPr>
          </a:p>
          <a:p>
            <a:pPr marL="155293" indent="-149028">
              <a:spcBef>
                <a:spcPts val="516"/>
              </a:spcBef>
              <a:buChar char="•"/>
              <a:tabLst>
                <a:tab pos="155622" algn="l"/>
              </a:tabLst>
            </a:pPr>
            <a:r>
              <a:rPr lang="en-IN" sz="14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BRANCH</a:t>
            </a:r>
            <a:r>
              <a:rPr lang="en-IN" sz="1400" spc="-16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lang="en-IN" sz="1400" spc="-3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:-</a:t>
            </a:r>
            <a:r>
              <a:rPr lang="en-IN" sz="1400" spc="-1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INFORMATION</a:t>
            </a:r>
            <a:r>
              <a:rPr lang="en-IN" sz="1400" spc="-6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lang="en-IN" sz="1400" spc="3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TECHNOLOGY</a:t>
            </a:r>
            <a:endParaRPr lang="en-IN" sz="1400" dirty="0">
              <a:solidFill>
                <a:schemeClr val="tx2">
                  <a:lumMod val="50000"/>
                </a:schemeClr>
              </a:solidFill>
              <a:latin typeface="Arial MT"/>
              <a:cs typeface="Arial MT"/>
            </a:endParaRPr>
          </a:p>
          <a:p>
            <a:pPr marL="155293" indent="-149028">
              <a:spcBef>
                <a:spcPts val="519"/>
              </a:spcBef>
              <a:buChar char="•"/>
              <a:tabLst>
                <a:tab pos="155622" algn="l"/>
              </a:tabLst>
            </a:pPr>
            <a:r>
              <a:rPr lang="en-IN" sz="14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SUB</a:t>
            </a:r>
            <a:r>
              <a:rPr lang="en-IN" sz="1400" spc="-3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:</a:t>
            </a:r>
            <a:r>
              <a:rPr lang="en-IN" sz="14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-</a:t>
            </a:r>
            <a:r>
              <a:rPr lang="en-IN" sz="1400" spc="-8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lang="en-IN" spc="-8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OPERATING SYSTEM</a:t>
            </a:r>
            <a:endParaRPr lang="en-IN" sz="1400" spc="-8" dirty="0">
              <a:solidFill>
                <a:schemeClr val="tx2">
                  <a:lumMod val="50000"/>
                </a:schemeClr>
              </a:solidFill>
              <a:latin typeface="Arial MT"/>
              <a:cs typeface="Arial MT"/>
            </a:endParaRPr>
          </a:p>
          <a:p>
            <a:pPr marL="155293" indent="-149028">
              <a:spcBef>
                <a:spcPts val="519"/>
              </a:spcBef>
              <a:buChar char="•"/>
              <a:tabLst>
                <a:tab pos="155622" algn="l"/>
              </a:tabLst>
            </a:pPr>
            <a:r>
              <a:rPr lang="en-IN" spc="-8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SUB. TEACHER :- PULLAK MAJHI</a:t>
            </a:r>
            <a:endParaRPr lang="en-IN" sz="1400" dirty="0">
              <a:solidFill>
                <a:schemeClr val="tx2">
                  <a:lumMod val="50000"/>
                </a:schemeClr>
              </a:solidFill>
              <a:latin typeface="Arial MT"/>
              <a:cs typeface="Arial MT"/>
            </a:endParaRPr>
          </a:p>
          <a:p>
            <a:pPr marL="155293" indent="-149028">
              <a:spcBef>
                <a:spcPts val="522"/>
              </a:spcBef>
              <a:buChar char="•"/>
              <a:tabLst>
                <a:tab pos="155622" algn="l"/>
              </a:tabLst>
            </a:pPr>
            <a:r>
              <a:rPr lang="en-IN" sz="1400" spc="-34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T</a:t>
            </a:r>
            <a:r>
              <a:rPr lang="en-IN" sz="14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OPIC</a:t>
            </a:r>
            <a:r>
              <a:rPr lang="en-IN" sz="1400" spc="-1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lang="en-IN" sz="1400" spc="-3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:</a:t>
            </a:r>
            <a:r>
              <a:rPr lang="en-IN" sz="14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-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Structure of an Operating System</a:t>
            </a:r>
            <a:endParaRPr lang="en-IN" sz="1600" spc="-101" dirty="0">
              <a:solidFill>
                <a:schemeClr val="tx2">
                  <a:lumMod val="50000"/>
                </a:schemeClr>
              </a:solidFill>
              <a:latin typeface="Arial MT"/>
              <a:cs typeface="Arial MT"/>
            </a:endParaRPr>
          </a:p>
          <a:p>
            <a:pPr marL="155293" indent="-149028">
              <a:spcBef>
                <a:spcPts val="522"/>
              </a:spcBef>
              <a:buChar char="•"/>
              <a:tabLst>
                <a:tab pos="155622" algn="l"/>
              </a:tabLst>
            </a:pPr>
            <a:r>
              <a:rPr lang="en-IN" sz="1400" spc="-101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SEMESTER : 5</a:t>
            </a:r>
            <a:r>
              <a:rPr lang="en-IN" spc="-101" baseline="300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th</a:t>
            </a:r>
            <a:endParaRPr lang="en-IN" sz="1400" spc="-101" dirty="0">
              <a:solidFill>
                <a:schemeClr val="tx2">
                  <a:lumMod val="50000"/>
                </a:schemeClr>
              </a:solidFill>
              <a:latin typeface="Arial MT"/>
              <a:cs typeface="Arial MT"/>
            </a:endParaRPr>
          </a:p>
          <a:p>
            <a:pPr marL="155293" indent="-149028">
              <a:spcBef>
                <a:spcPts val="522"/>
              </a:spcBef>
              <a:buChar char="•"/>
              <a:tabLst>
                <a:tab pos="155622" algn="l"/>
              </a:tabLst>
            </a:pPr>
            <a:r>
              <a:rPr lang="en-IN" sz="1400" spc="-101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YEAR: 3</a:t>
            </a:r>
            <a:r>
              <a:rPr lang="en-IN" sz="1400" spc="-101" baseline="30000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rd</a:t>
            </a:r>
            <a:r>
              <a:rPr lang="en-IN" sz="1400" spc="-101" dirty="0">
                <a:solidFill>
                  <a:schemeClr val="tx2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endParaRPr lang="en-IN" sz="1400" dirty="0">
              <a:solidFill>
                <a:schemeClr val="tx2">
                  <a:lumMod val="50000"/>
                </a:schemeClr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744857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/>
          <p:cNvSpPr txBox="1">
            <a:spLocks noGrp="1"/>
          </p:cNvSpPr>
          <p:nvPr>
            <p:ph type="title"/>
          </p:nvPr>
        </p:nvSpPr>
        <p:spPr>
          <a:xfrm>
            <a:off x="420667" y="2544902"/>
            <a:ext cx="4344300" cy="7527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Structure of an Operating System</a:t>
            </a:r>
            <a:endParaRPr dirty="0"/>
          </a:p>
        </p:txBody>
      </p:sp>
      <p:grpSp>
        <p:nvGrpSpPr>
          <p:cNvPr id="432" name="Google Shape;432;p40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33" name="Google Shape;433;p40"/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/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/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/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/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/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/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/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/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/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/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/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/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42063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/>
          <p:cNvSpPr txBox="1">
            <a:spLocks noGrp="1"/>
          </p:cNvSpPr>
          <p:nvPr>
            <p:ph type="title"/>
          </p:nvPr>
        </p:nvSpPr>
        <p:spPr>
          <a:xfrm>
            <a:off x="2874299" y="86990"/>
            <a:ext cx="1279901" cy="5389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 dirty="0"/>
              <a:t>Title</a:t>
            </a:r>
            <a:endParaRPr lang="en-IN" sz="2800" u="sng" dirty="0"/>
          </a:p>
        </p:txBody>
      </p:sp>
      <p:sp>
        <p:nvSpPr>
          <p:cNvPr id="463" name="Google Shape;463;p42"/>
          <p:cNvSpPr txBox="1">
            <a:spLocks noGrp="1"/>
          </p:cNvSpPr>
          <p:nvPr>
            <p:ph type="subTitle" idx="1"/>
          </p:nvPr>
        </p:nvSpPr>
        <p:spPr>
          <a:xfrm>
            <a:off x="-250811" y="625968"/>
            <a:ext cx="7475532" cy="3337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Structure of an Operating System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Subtitle: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Understanding the Core Components and Architecture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Priyanshu Pandey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Uni.Roll</a:t>
            </a: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12500222008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SzPts val="1100"/>
              <a:buNone/>
            </a:pPr>
            <a:endParaRPr lang="en-US" sz="2400" dirty="0"/>
          </a:p>
        </p:txBody>
      </p:sp>
      <p:grpSp>
        <p:nvGrpSpPr>
          <p:cNvPr id="464" name="Google Shape;464;p42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465" name="Google Shape;465;p42"/>
            <p:cNvSpPr/>
            <p:nvPr/>
          </p:nvSpPr>
          <p:spPr>
            <a:xfrm>
              <a:off x="7368520" y="9887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2"/>
            <p:cNvSpPr/>
            <p:nvPr/>
          </p:nvSpPr>
          <p:spPr>
            <a:xfrm rot="10800000" flipH="1">
              <a:off x="6036409" y="19621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7309474" y="21661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2"/>
            <p:cNvSpPr/>
            <p:nvPr/>
          </p:nvSpPr>
          <p:spPr>
            <a:xfrm>
              <a:off x="6269702" y="-4457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2"/>
            <p:cNvSpPr/>
            <p:nvPr/>
          </p:nvSpPr>
          <p:spPr>
            <a:xfrm>
              <a:off x="5830483" y="42158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2"/>
            <p:cNvSpPr/>
            <p:nvPr/>
          </p:nvSpPr>
          <p:spPr>
            <a:xfrm>
              <a:off x="6269683" y="13325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2"/>
            <p:cNvSpPr/>
            <p:nvPr/>
          </p:nvSpPr>
          <p:spPr>
            <a:xfrm>
              <a:off x="8430764" y="234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2"/>
            <p:cNvSpPr/>
            <p:nvPr/>
          </p:nvSpPr>
          <p:spPr>
            <a:xfrm>
              <a:off x="7309467" y="26182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7962441" y="131801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2"/>
            <p:cNvSpPr/>
            <p:nvPr/>
          </p:nvSpPr>
          <p:spPr>
            <a:xfrm rot="10800000" flipH="1">
              <a:off x="6351880" y="311086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2"/>
            <p:cNvSpPr/>
            <p:nvPr/>
          </p:nvSpPr>
          <p:spPr>
            <a:xfrm rot="10800000" flipH="1">
              <a:off x="6790284" y="354856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2"/>
            <p:cNvSpPr/>
            <p:nvPr/>
          </p:nvSpPr>
          <p:spPr>
            <a:xfrm rot="10800000" flipH="1">
              <a:off x="5430930" y="465091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2"/>
            <p:cNvSpPr/>
            <p:nvPr/>
          </p:nvSpPr>
          <p:spPr>
            <a:xfrm>
              <a:off x="8678783" y="266882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8430773" y="22359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2"/>
            <p:cNvSpPr/>
            <p:nvPr/>
          </p:nvSpPr>
          <p:spPr>
            <a:xfrm rot="10800000" flipH="1">
              <a:off x="8119787" y="363695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2"/>
            <p:cNvSpPr/>
            <p:nvPr/>
          </p:nvSpPr>
          <p:spPr>
            <a:xfrm rot="10800000" flipH="1">
              <a:off x="7697255" y="411247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6628072" y="11249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2"/>
            <p:cNvSpPr/>
            <p:nvPr/>
          </p:nvSpPr>
          <p:spPr>
            <a:xfrm rot="10800000" flipH="1">
              <a:off x="7825159" y="-2514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462;p42">
            <a:extLst>
              <a:ext uri="{FF2B5EF4-FFF2-40B4-BE49-F238E27FC236}">
                <a16:creationId xmlns:a16="http://schemas.microsoft.com/office/drawing/2014/main" id="{D91C611A-4AFC-23D2-9DAD-CE8BAE765C54}"/>
              </a:ext>
            </a:extLst>
          </p:cNvPr>
          <p:cNvSpPr txBox="1">
            <a:spLocks/>
          </p:cNvSpPr>
          <p:nvPr/>
        </p:nvSpPr>
        <p:spPr>
          <a:xfrm>
            <a:off x="429726" y="2168296"/>
            <a:ext cx="438760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8384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714155-C81A-20E9-8E70-818F523AC7D2}"/>
              </a:ext>
            </a:extLst>
          </p:cNvPr>
          <p:cNvSpPr txBox="1"/>
          <p:nvPr/>
        </p:nvSpPr>
        <p:spPr>
          <a:xfrm>
            <a:off x="0" y="1077592"/>
            <a:ext cx="7014007" cy="2651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en-IN" sz="18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Operating System (OS) is system software that manages hardware, software resources, and provides common services for computer programs</a:t>
            </a: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endParaRPr lang="en-IN" sz="18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OS acts as an intermediary between users and the computer hardware, enabling efficient execution of applications and management of resources.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A335D-D307-B60B-4BB4-002956CB1AC0}"/>
              </a:ext>
            </a:extLst>
          </p:cNvPr>
          <p:cNvSpPr txBox="1"/>
          <p:nvPr/>
        </p:nvSpPr>
        <p:spPr>
          <a:xfrm>
            <a:off x="1778070" y="114160"/>
            <a:ext cx="796568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100" dirty="0">
                <a:effectLst/>
                <a:latin typeface="Outfit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 to  Operating Systems</a:t>
            </a:r>
            <a:endParaRPr lang="en-IN" sz="2400" kern="100" dirty="0">
              <a:effectLst/>
              <a:latin typeface="Outfit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028" name="Picture 4" descr="What is the relationship between hardware, operating systems, and  applications? - Quora">
            <a:extLst>
              <a:ext uri="{FF2B5EF4-FFF2-40B4-BE49-F238E27FC236}">
                <a16:creationId xmlns:a16="http://schemas.microsoft.com/office/drawing/2014/main" id="{70B9E04D-4B2F-BD5D-3D31-84963C499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678" y="888928"/>
            <a:ext cx="227485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44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5EB2E7-EB10-248F-E507-22FD6048F413}"/>
              </a:ext>
            </a:extLst>
          </p:cNvPr>
          <p:cNvSpPr txBox="1"/>
          <p:nvPr/>
        </p:nvSpPr>
        <p:spPr>
          <a:xfrm>
            <a:off x="921944" y="0"/>
            <a:ext cx="6919113" cy="536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16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Kernel: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core of the OS, responsible for managing system resources and communication between hardware and software.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Process management, memory management, device management, and system calls.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interface that allows users to interact with the OS, either through a command-line interface (CLI) or graphical user interface (GUI).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 System: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Manages files on the storage devices, providing a way to store, retrieve, and organize data.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FAT, NTFS, ext4, etc.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Device Drivers: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Specialized software that allows the OS to communicate with hardware peripherals like printers, disks, and network cards.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42AEA-8916-8197-1E4C-152E340175CB}"/>
              </a:ext>
            </a:extLst>
          </p:cNvPr>
          <p:cNvSpPr txBox="1"/>
          <p:nvPr/>
        </p:nvSpPr>
        <p:spPr>
          <a:xfrm>
            <a:off x="1302943" y="0"/>
            <a:ext cx="6775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/>
                <a:latin typeface="Outfit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Core Components of an Operating System</a:t>
            </a:r>
            <a:endParaRPr lang="en-IN" sz="2400" dirty="0">
              <a:latin typeface="Outfi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72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B9A503-7902-F4E5-DB2D-FBFD88EE534F}"/>
              </a:ext>
            </a:extLst>
          </p:cNvPr>
          <p:cNvSpPr txBox="1"/>
          <p:nvPr/>
        </p:nvSpPr>
        <p:spPr>
          <a:xfrm>
            <a:off x="2396911" y="-1"/>
            <a:ext cx="5396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Outfit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Operating System Architecture</a:t>
            </a:r>
            <a:endParaRPr lang="en-IN" sz="2400" b="1" dirty="0">
              <a:latin typeface="Outfit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994F58-15EB-E8F3-FEC1-FFC3E4BE7AB2}"/>
              </a:ext>
            </a:extLst>
          </p:cNvPr>
          <p:cNvSpPr txBox="1"/>
          <p:nvPr/>
        </p:nvSpPr>
        <p:spPr>
          <a:xfrm>
            <a:off x="160271" y="230832"/>
            <a:ext cx="8417859" cy="5076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Monolithic Architecture: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sz="1200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OS components run in a single layer, typically in kernel mode.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sz="12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sz="1200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Fast performance due to minimal context switching.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sz="12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lang="en-IN" sz="1200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Less secure, as a failure in one component can crash the entire system.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Microkernel Architecture: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sz="1200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Minimal kernel with essential services like IPC (Inter-Process Communication) and basic scheduling. Other services run in user space.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sz="12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sz="1200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More secure and stable, as components are isolated.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sz="12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lang="en-IN" sz="1200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Slightly slower due to more context switches between user mode and kernel mode.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Layered Architecture: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sz="1200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is divided into layers, with each layer built on top of the one below it.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sz="12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sz="1200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Easier to manage and debug, as changes in one layer do not affect others.</a:t>
            </a:r>
            <a:endParaRPr lang="en-IN" sz="1200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sz="1200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lang="en-IN" sz="1200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May introduce overhead, leading to slower performance</a:t>
            </a: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661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AEA1FC-F1DC-8AE6-5275-68AE44AA48FD}"/>
              </a:ext>
            </a:extLst>
          </p:cNvPr>
          <p:cNvSpPr txBox="1"/>
          <p:nvPr/>
        </p:nvSpPr>
        <p:spPr>
          <a:xfrm>
            <a:off x="3108509" y="-48596"/>
            <a:ext cx="3256539" cy="83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0" dirty="0">
                <a:effectLst/>
                <a:latin typeface="Outfi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 Management</a:t>
            </a:r>
            <a:endParaRPr lang="en-IN" sz="1600" kern="100" dirty="0">
              <a:effectLst/>
              <a:latin typeface="Outfit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dirty="0">
              <a:latin typeface="Outfit" panose="020B060402020202020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E1CFBAC-DB13-8226-C339-CF7D6C2AE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4460" y="672653"/>
            <a:ext cx="9251358" cy="393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6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447B84-6B8D-A069-2FAB-9D7B6FC033E3}"/>
              </a:ext>
            </a:extLst>
          </p:cNvPr>
          <p:cNvSpPr txBox="1"/>
          <p:nvPr/>
        </p:nvSpPr>
        <p:spPr>
          <a:xfrm>
            <a:off x="3150055" y="-1337"/>
            <a:ext cx="3677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Outfit" panose="020B0604020202020204" charset="0"/>
              </a:rPr>
              <a:t>Memory Management</a:t>
            </a:r>
            <a:endParaRPr lang="en-IN" sz="2000" dirty="0">
              <a:latin typeface="Outfit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000573-BBA8-7C6D-B92A-F74AABCC3C1F}"/>
              </a:ext>
            </a:extLst>
          </p:cNvPr>
          <p:cNvSpPr txBox="1"/>
          <p:nvPr/>
        </p:nvSpPr>
        <p:spPr>
          <a:xfrm>
            <a:off x="74342" y="753897"/>
            <a:ext cx="8043746" cy="344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 Hierarchy: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RAM (Primary Memory):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Fast, volatile memory used for active processes.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Virtual Memory: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Extends RAM using disk storage to allow more processes to run concurrently.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Paging and Segmentation: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Paging: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Divides memory into fixed-size pages for easier management.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Segmentation: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Divides memory into segments based on logical divisions, such as functions or modules.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 Allocation: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 Allocation: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Adjusts memory allocation as needed during runtime.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 Allocation: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Memory is allocated at the start and remains fixed..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33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A59335-E3FB-4D99-FE7A-F801A7ED8B9E}"/>
              </a:ext>
            </a:extLst>
          </p:cNvPr>
          <p:cNvSpPr txBox="1"/>
          <p:nvPr/>
        </p:nvSpPr>
        <p:spPr>
          <a:xfrm>
            <a:off x="3168259" y="59473"/>
            <a:ext cx="29939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 System Management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dirty="0">
              <a:latin typeface="Outfit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28F744-E803-B5D4-05D6-4AEF041A4D24}"/>
              </a:ext>
            </a:extLst>
          </p:cNvPr>
          <p:cNvSpPr txBox="1"/>
          <p:nvPr/>
        </p:nvSpPr>
        <p:spPr>
          <a:xfrm>
            <a:off x="773150" y="433124"/>
            <a:ext cx="7151649" cy="3903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 Systems: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Hierarchy: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Organizes files in directories for easier access and management.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Operations: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Create, delete, read, write, and manage files and directories.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 of File Systems: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FAT (File Allocation Table):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Simple, widely supported, but less secure.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NTFS (New Technology File System):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More advanced, with support for permissions and encryption.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13716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ext4: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Commonly used in Linux, with features like journaling for data integrity.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 Control: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Manages permissions for different users and groups to enhance security.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564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756784-26A0-17C7-8E7D-0E4AA37723F5}"/>
              </a:ext>
            </a:extLst>
          </p:cNvPr>
          <p:cNvSpPr txBox="1"/>
          <p:nvPr/>
        </p:nvSpPr>
        <p:spPr>
          <a:xfrm>
            <a:off x="3125621" y="-31111"/>
            <a:ext cx="2555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Device Management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E1AD9-A01B-8379-7B89-185F1FE89CF0}"/>
              </a:ext>
            </a:extLst>
          </p:cNvPr>
          <p:cNvSpPr txBox="1"/>
          <p:nvPr/>
        </p:nvSpPr>
        <p:spPr>
          <a:xfrm>
            <a:off x="230458" y="338221"/>
            <a:ext cx="7129346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Role of Device Drivers: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 as a bridge between the OS and hardware devices, translating OS commands into hardware actions.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 of Devices: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Block Devices: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Store and retrieve data in fixed-size blocks (e.g., hard drives).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Character Devices: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Transfer data as a stream of characters (e.g., keyboards, serial ports).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Network Devices: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Handle data exchange between computers (e.g., network cards).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I/O Management: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Buffering: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Temporarily holds data to match the speed between devices and processes.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Spooling: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Manages the queue of print jobs in a printer.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Caching: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Stores frequently accessed data for quicker access.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Device Driver and It's Purpose - GeeksforGeeks">
            <a:extLst>
              <a:ext uri="{FF2B5EF4-FFF2-40B4-BE49-F238E27FC236}">
                <a16:creationId xmlns:a16="http://schemas.microsoft.com/office/drawing/2014/main" id="{C2E752D5-5868-B975-669C-8EB906C15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204" y="884663"/>
            <a:ext cx="2520177" cy="281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996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3F95E6-A30B-66E1-D998-BEC3399AFED5}"/>
              </a:ext>
            </a:extLst>
          </p:cNvPr>
          <p:cNvSpPr txBox="1"/>
          <p:nvPr/>
        </p:nvSpPr>
        <p:spPr>
          <a:xfrm>
            <a:off x="2538844" y="0"/>
            <a:ext cx="2847414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Security and Protection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61DB7-51BC-F134-AF69-D3FE344D3683}"/>
              </a:ext>
            </a:extLst>
          </p:cNvPr>
          <p:cNvSpPr txBox="1"/>
          <p:nvPr/>
        </p:nvSpPr>
        <p:spPr>
          <a:xfrm>
            <a:off x="-260195" y="481576"/>
            <a:ext cx="7917365" cy="3211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 Control: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Authentication: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Verifies user identity through passwords, biometrics, or tokens.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Permissions: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Define what actions users can perform on files and system resources.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Encryption: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at Rest: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Encrypts stored data to prevent unauthorized access.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in Transit: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Encrypts data during transmission to protect against interception.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Protection Mechanisms: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Firewalls: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Monitors and controls incoming and outgoing network traffic.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Intrusion Detection Systems (IDS):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Detects and responds to suspicious activities..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529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EFBC2C-2C9C-8D10-669D-518A97C2C285}"/>
              </a:ext>
            </a:extLst>
          </p:cNvPr>
          <p:cNvSpPr txBox="1"/>
          <p:nvPr/>
        </p:nvSpPr>
        <p:spPr>
          <a:xfrm>
            <a:off x="129086" y="379141"/>
            <a:ext cx="7260456" cy="3357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kern="0" dirty="0">
                <a:effectLst/>
                <a:latin typeface="Outfit" panose="020B0604020202020204" charset="0"/>
                <a:ea typeface="Times New Roman" panose="02020603050405020304" pitchFamily="18" charset="0"/>
              </a:rPr>
              <a:t>                                                Conclusion</a:t>
            </a:r>
            <a:r>
              <a:rPr lang="en-IN" sz="1200" b="1" kern="0" dirty="0">
                <a:effectLst/>
                <a:latin typeface="Outfit" panose="020B0604020202020204" charset="0"/>
                <a:ea typeface="Times New Roman" panose="02020603050405020304" pitchFamily="18" charset="0"/>
              </a:rPr>
              <a:t>:</a:t>
            </a:r>
            <a:r>
              <a:rPr lang="en-IN" sz="1200" kern="0" dirty="0">
                <a:effectLst/>
                <a:latin typeface="Outfit" panose="020B0604020202020204" charset="0"/>
                <a:ea typeface="Times New Roman" panose="02020603050405020304" pitchFamily="18" charset="0"/>
              </a:rPr>
              <a:t> </a:t>
            </a:r>
          </a:p>
          <a:p>
            <a:endParaRPr lang="en-IN" sz="1200" dirty="0">
              <a:latin typeface="Outfit" panose="020B0604020202020204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structure of an operating system is a complex but essential part of computing, ensuring that hardware and software work harmoniously to meet user needs.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well-designed OS structure is crucial for performance, security, and reliability.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 Thought:</a:t>
            </a:r>
            <a:r>
              <a:rPr lang="en-IN" kern="0" dirty="0">
                <a:effectLst/>
                <a:latin typeface="DM Sans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Understanding the components and architecture of an OS provides the foundation for optimizing and securing computer systems.</a:t>
            </a:r>
            <a:endParaRPr lang="en-IN" kern="100" dirty="0">
              <a:effectLst/>
              <a:latin typeface="DM Sans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200" kern="0" dirty="0">
              <a:effectLst/>
              <a:latin typeface="Outfit" panose="020B0604020202020204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1DE8A-6D2E-7AFB-D972-3AC8CAE7B613}"/>
              </a:ext>
            </a:extLst>
          </p:cNvPr>
          <p:cNvSpPr txBox="1"/>
          <p:nvPr/>
        </p:nvSpPr>
        <p:spPr>
          <a:xfrm>
            <a:off x="3002466" y="3949760"/>
            <a:ext cx="31390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sz="3600" b="1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HANK YOU</a:t>
            </a:r>
            <a:endParaRPr lang="en-IN" sz="3600" b="1" dirty="0">
              <a:solidFill>
                <a:schemeClr val="tx2">
                  <a:lumMod val="50000"/>
                </a:schemeClr>
              </a:solidFill>
              <a:latin typeface="Outfi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955328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892</Words>
  <Application>Microsoft Office PowerPoint</Application>
  <PresentationFormat>On-screen Show (16:9)</PresentationFormat>
  <Paragraphs>99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Outfit</vt:lpstr>
      <vt:lpstr>Arial</vt:lpstr>
      <vt:lpstr>Calibri</vt:lpstr>
      <vt:lpstr>DM Sans</vt:lpstr>
      <vt:lpstr>Arial MT</vt:lpstr>
      <vt:lpstr>Times New Roman</vt:lpstr>
      <vt:lpstr>Wingdings</vt:lpstr>
      <vt:lpstr>Symbol</vt:lpstr>
      <vt:lpstr>Nunito Light</vt:lpstr>
      <vt:lpstr>Courier New</vt:lpstr>
      <vt:lpstr>Data Collection and Analysis - Master of Science in Community Health and Prevention Research by Slidesgo</vt:lpstr>
      <vt:lpstr>BENGAL  COLLEGE  OF  ENGINEERING  AND  TECHNOLOGY , DURGAPUR</vt:lpstr>
      <vt:lpstr>Structure of an Operating System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and Recursions</dc:title>
  <dc:creator>Priyanshu Pandey</dc:creator>
  <cp:lastModifiedBy>Priyanshu Pandey</cp:lastModifiedBy>
  <cp:revision>48</cp:revision>
  <cp:lastPrinted>2024-03-04T15:39:03Z</cp:lastPrinted>
  <dcterms:modified xsi:type="dcterms:W3CDTF">2024-08-11T08:14:44Z</dcterms:modified>
</cp:coreProperties>
</file>